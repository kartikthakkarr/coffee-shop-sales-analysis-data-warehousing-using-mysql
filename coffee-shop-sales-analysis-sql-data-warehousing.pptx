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C25F-9708-4C75-8FBF-ED429432D67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D6C4D-30FC-490D-857B-E21CBF8B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88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C25F-9708-4C75-8FBF-ED429432D67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D6C4D-30FC-490D-857B-E21CBF8B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49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C25F-9708-4C75-8FBF-ED429432D67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D6C4D-30FC-490D-857B-E21CBF8B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25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C25F-9708-4C75-8FBF-ED429432D67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D6C4D-30FC-490D-857B-E21CBF8B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44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C25F-9708-4C75-8FBF-ED429432D67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D6C4D-30FC-490D-857B-E21CBF8B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092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C25F-9708-4C75-8FBF-ED429432D67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D6C4D-30FC-490D-857B-E21CBF8B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93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C25F-9708-4C75-8FBF-ED429432D67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D6C4D-30FC-490D-857B-E21CBF8B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38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C25F-9708-4C75-8FBF-ED429432D67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D6C4D-30FC-490D-857B-E21CBF8B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606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C25F-9708-4C75-8FBF-ED429432D67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D6C4D-30FC-490D-857B-E21CBF8B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66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C25F-9708-4C75-8FBF-ED429432D67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D6C4D-30FC-490D-857B-E21CBF8B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065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C25F-9708-4C75-8FBF-ED429432D67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D6C4D-30FC-490D-857B-E21CBF8B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26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0C25F-9708-4C75-8FBF-ED429432D675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D6C4D-30FC-490D-857B-E21CBF8B8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13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0584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8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01799" cy="65530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442" y="10864"/>
            <a:ext cx="10515600" cy="871247"/>
          </a:xfrm>
        </p:spPr>
        <p:txBody>
          <a:bodyPr>
            <a:normAutofit/>
          </a:bodyPr>
          <a:lstStyle/>
          <a:p>
            <a:pPr algn="ctr"/>
            <a:r>
              <a:rPr lang="en-US" sz="28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Query1. Total Revenue</a:t>
            </a:r>
            <a:endParaRPr lang="en-IN" sz="2800" b="1" u="sng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4651" y="2041967"/>
            <a:ext cx="5280338" cy="2469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044" y="1764222"/>
            <a:ext cx="3191210" cy="352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5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9214" cy="6842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90174" y="230678"/>
            <a:ext cx="48939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2. Total Orders</a:t>
            </a:r>
            <a:endParaRPr lang="en-IN" sz="2800" b="1" u="sng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5319"/>
            <a:ext cx="6362601" cy="9767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625" y="2056671"/>
            <a:ext cx="2859488" cy="315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07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6428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496181" y="167947"/>
            <a:ext cx="54483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3. Average Order Value</a:t>
            </a:r>
            <a:endParaRPr lang="en-IN" sz="2800" b="1" u="sng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32" y="2107280"/>
            <a:ext cx="5509143" cy="9726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241" y="1744807"/>
            <a:ext cx="2711941" cy="267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8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240"/>
            <a:ext cx="12219213" cy="684275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41431" y="114769"/>
            <a:ext cx="45288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4. Top 5 Products</a:t>
            </a:r>
            <a:endParaRPr lang="en-IN" sz="2800" b="1" u="sng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30" y="1803040"/>
            <a:ext cx="5260682" cy="25628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267" y="2034859"/>
            <a:ext cx="4027843" cy="209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88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6428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97320" y="114768"/>
            <a:ext cx="48183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5.Monthly Revenue</a:t>
            </a:r>
            <a:endParaRPr lang="en-IN" sz="2800" b="1" u="sng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16" y="1908352"/>
            <a:ext cx="3876104" cy="24956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883" y="2030404"/>
            <a:ext cx="2684509" cy="22515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9131" y="2089902"/>
            <a:ext cx="2555647" cy="213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08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"/>
            <a:ext cx="12219214" cy="684276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046438" y="89010"/>
            <a:ext cx="60516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6.Moving Average (7 days)</a:t>
            </a:r>
            <a:endParaRPr lang="en-IN" sz="2800" b="1" u="sng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88" y="1556322"/>
            <a:ext cx="4700788" cy="274522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919" y="1901578"/>
            <a:ext cx="4895115" cy="255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03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" y="0"/>
            <a:ext cx="12246427" cy="685799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44" y="1742694"/>
            <a:ext cx="5383370" cy="27657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228" y="2127473"/>
            <a:ext cx="5481943" cy="19962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71234" y="128790"/>
            <a:ext cx="58727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7.Product Contribution %</a:t>
            </a:r>
            <a:endParaRPr lang="en-IN" sz="2800" b="1" u="sng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514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428" y="0"/>
            <a:ext cx="12246428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11" y="1918952"/>
            <a:ext cx="5885644" cy="23269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467" y="2266681"/>
            <a:ext cx="4637834" cy="18287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65173" y="208052"/>
            <a:ext cx="64394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8.Top </a:t>
            </a:r>
            <a:r>
              <a:rPr lang="en-IN" sz="2800" b="1" u="sng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Products with Ranking</a:t>
            </a:r>
          </a:p>
        </p:txBody>
      </p:sp>
    </p:spTree>
    <p:extLst>
      <p:ext uri="{BB962C8B-B14F-4D97-AF65-F5344CB8AC3E}">
        <p14:creationId xmlns:p14="http://schemas.microsoft.com/office/powerpoint/2010/main" val="2567713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15" y="0"/>
            <a:ext cx="12246430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2" y="1915566"/>
            <a:ext cx="5370489" cy="26075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223" y="2189407"/>
            <a:ext cx="4940888" cy="17055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16688" y="146809"/>
            <a:ext cx="59757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9.Revenue Contribution %</a:t>
            </a:r>
            <a:endParaRPr lang="en-IN" sz="2800" b="1" u="sng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45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14" y="0"/>
            <a:ext cx="12246428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214" y="1756356"/>
            <a:ext cx="6632619" cy="31424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049" y="2187798"/>
            <a:ext cx="3876539" cy="227955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46957" y="93348"/>
            <a:ext cx="61168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QUERY10.Running </a:t>
            </a:r>
            <a:r>
              <a:rPr lang="en-IN" sz="2800" b="1" u="sng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Trend</a:t>
            </a:r>
          </a:p>
        </p:txBody>
      </p:sp>
    </p:spTree>
    <p:extLst>
      <p:ext uri="{BB962C8B-B14F-4D97-AF65-F5344CB8AC3E}">
        <p14:creationId xmlns:p14="http://schemas.microsoft.com/office/powerpoint/2010/main" val="1568904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14" y="0"/>
            <a:ext cx="12246428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64" y="1927407"/>
            <a:ext cx="5655280" cy="26574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3" y="2393258"/>
            <a:ext cx="4970212" cy="17257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93683" y="178874"/>
            <a:ext cx="72463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11.Customer </a:t>
            </a:r>
            <a:r>
              <a:rPr lang="en-IN" sz="2800" b="1" u="sng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Lifetime Value (CLV)</a:t>
            </a:r>
          </a:p>
        </p:txBody>
      </p:sp>
    </p:spTree>
    <p:extLst>
      <p:ext uri="{BB962C8B-B14F-4D97-AF65-F5344CB8AC3E}">
        <p14:creationId xmlns:p14="http://schemas.microsoft.com/office/powerpoint/2010/main" val="1426118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31" y="-42457"/>
            <a:ext cx="12322246" cy="690045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75" y="1751527"/>
            <a:ext cx="5835874" cy="29492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055" y="2176529"/>
            <a:ext cx="4930073" cy="209925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62345" y="118814"/>
            <a:ext cx="68734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12. Store Performance Ranking</a:t>
            </a:r>
            <a:endParaRPr lang="en-IN" sz="2800" b="1" u="sng" dirty="0">
              <a:solidFill>
                <a:schemeClr val="accent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441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14" y="0"/>
            <a:ext cx="12246428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86" y="1872217"/>
            <a:ext cx="5615189" cy="28156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837" y="2508161"/>
            <a:ext cx="3653646" cy="16977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93671" y="151279"/>
            <a:ext cx="60046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QUERY13.Peak vs. </a:t>
            </a:r>
            <a:r>
              <a:rPr lang="en-IN" sz="2800" b="1" u="sng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Off-Peak Sales</a:t>
            </a:r>
          </a:p>
        </p:txBody>
      </p:sp>
    </p:spTree>
    <p:extLst>
      <p:ext uri="{BB962C8B-B14F-4D97-AF65-F5344CB8AC3E}">
        <p14:creationId xmlns:p14="http://schemas.microsoft.com/office/powerpoint/2010/main" val="3893061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6429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0" y="1751528"/>
            <a:ext cx="5929671" cy="30310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912" y="2804375"/>
            <a:ext cx="3768230" cy="1249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5013" y="90934"/>
            <a:ext cx="67564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14</a:t>
            </a:r>
            <a:r>
              <a:rPr lang="en-IN" sz="2800" b="1" u="sng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Repeat </a:t>
            </a:r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vs. </a:t>
            </a:r>
            <a:r>
              <a:rPr lang="en-IN" sz="2800" b="1" u="sng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Customers</a:t>
            </a:r>
          </a:p>
        </p:txBody>
      </p:sp>
    </p:spTree>
    <p:extLst>
      <p:ext uri="{BB962C8B-B14F-4D97-AF65-F5344CB8AC3E}">
        <p14:creationId xmlns:p14="http://schemas.microsoft.com/office/powerpoint/2010/main" val="2140237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15" y="0"/>
            <a:ext cx="12246428" cy="685799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215" y="1804555"/>
            <a:ext cx="6260589" cy="31242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883" y="2408349"/>
            <a:ext cx="4836304" cy="19060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88655" y="117448"/>
            <a:ext cx="54146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15</a:t>
            </a:r>
            <a:r>
              <a:rPr lang="en-IN" sz="2800" b="1" u="sng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Revenue Growth %</a:t>
            </a:r>
          </a:p>
        </p:txBody>
      </p:sp>
    </p:spTree>
    <p:extLst>
      <p:ext uri="{BB962C8B-B14F-4D97-AF65-F5344CB8AC3E}">
        <p14:creationId xmlns:p14="http://schemas.microsoft.com/office/powerpoint/2010/main" val="2873705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14" y="0"/>
            <a:ext cx="12246428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97" y="1841679"/>
            <a:ext cx="6286500" cy="26530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173" y="2441517"/>
            <a:ext cx="3289412" cy="17569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31701" y="136010"/>
            <a:ext cx="6128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16</a:t>
            </a:r>
            <a:r>
              <a:rPr lang="en-IN" sz="2800" b="1" u="sng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Running Total Revenue</a:t>
            </a:r>
          </a:p>
        </p:txBody>
      </p:sp>
    </p:spTree>
    <p:extLst>
      <p:ext uri="{BB962C8B-B14F-4D97-AF65-F5344CB8AC3E}">
        <p14:creationId xmlns:p14="http://schemas.microsoft.com/office/powerpoint/2010/main" val="1161909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428" y="0"/>
            <a:ext cx="12246428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62" y="1983346"/>
            <a:ext cx="4954480" cy="22666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8079" y="1983346"/>
            <a:ext cx="2807594" cy="23568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91686" y="206843"/>
            <a:ext cx="67614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17.Product </a:t>
            </a:r>
            <a:r>
              <a:rPr lang="en-IN" sz="2800" b="1" u="sng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 Revenue</a:t>
            </a:r>
          </a:p>
        </p:txBody>
      </p:sp>
    </p:spTree>
    <p:extLst>
      <p:ext uri="{BB962C8B-B14F-4D97-AF65-F5344CB8AC3E}">
        <p14:creationId xmlns:p14="http://schemas.microsoft.com/office/powerpoint/2010/main" val="301426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04"/>
            <a:ext cx="12239098" cy="68538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22" y="2034862"/>
            <a:ext cx="5285407" cy="21831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8079" y="2573962"/>
            <a:ext cx="3322749" cy="149976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85624" y="114768"/>
            <a:ext cx="79038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18.Customer </a:t>
            </a:r>
            <a:r>
              <a:rPr lang="en-IN" sz="2800" b="1" u="sng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Segmentation (Gender)</a:t>
            </a:r>
          </a:p>
        </p:txBody>
      </p:sp>
    </p:spTree>
    <p:extLst>
      <p:ext uri="{BB962C8B-B14F-4D97-AF65-F5344CB8AC3E}">
        <p14:creationId xmlns:p14="http://schemas.microsoft.com/office/powerpoint/2010/main" val="4217311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429" y="0"/>
            <a:ext cx="12246429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86" y="1854557"/>
            <a:ext cx="4203743" cy="22538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418" y="1984552"/>
            <a:ext cx="2582893" cy="19938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819098" y="142449"/>
            <a:ext cx="4499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19.Daily </a:t>
            </a:r>
            <a:r>
              <a:rPr lang="en-IN" sz="2800" b="1" u="sng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</a:p>
        </p:txBody>
      </p:sp>
    </p:spTree>
    <p:extLst>
      <p:ext uri="{BB962C8B-B14F-4D97-AF65-F5344CB8AC3E}">
        <p14:creationId xmlns:p14="http://schemas.microsoft.com/office/powerpoint/2010/main" val="3290300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428" y="0"/>
            <a:ext cx="12246428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16" y="1764406"/>
            <a:ext cx="4345571" cy="21765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50" y="2027933"/>
            <a:ext cx="2104301" cy="19130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40365" y="97373"/>
            <a:ext cx="48568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u="sng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20.Peak </a:t>
            </a:r>
            <a:r>
              <a:rPr lang="en-IN" sz="2800" b="1" u="sng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Hour</a:t>
            </a:r>
          </a:p>
        </p:txBody>
      </p:sp>
    </p:spTree>
    <p:extLst>
      <p:ext uri="{BB962C8B-B14F-4D97-AF65-F5344CB8AC3E}">
        <p14:creationId xmlns:p14="http://schemas.microsoft.com/office/powerpoint/2010/main" val="2299550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64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Project Overview &amp;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2000" dirty="0"/>
              <a:t>• Performed end-to-end sales analysis using SQL</a:t>
            </a:r>
          </a:p>
          <a:p>
            <a:pPr algn="ctr"/>
            <a:r>
              <a:rPr sz="2000" dirty="0"/>
              <a:t>• Developed KPIs: Revenue, Orders, AOV, CLV</a:t>
            </a:r>
          </a:p>
          <a:p>
            <a:pPr algn="ctr"/>
            <a:r>
              <a:rPr sz="2000" dirty="0"/>
              <a:t>• Identified top-performing products and categories</a:t>
            </a:r>
          </a:p>
          <a:p>
            <a:pPr algn="ctr"/>
            <a:r>
              <a:rPr sz="2000" dirty="0"/>
              <a:t>• Analyzed customer behavior (new </a:t>
            </a:r>
            <a:r>
              <a:rPr sz="2000" dirty="0" err="1"/>
              <a:t>vs</a:t>
            </a:r>
            <a:r>
              <a:rPr sz="2000" dirty="0"/>
              <a:t> repeat, gender segmentation)</a:t>
            </a:r>
          </a:p>
          <a:p>
            <a:pPr algn="ctr"/>
            <a:r>
              <a:rPr sz="2000" dirty="0"/>
              <a:t>• Discovered peak sales hours and seasonal trends</a:t>
            </a:r>
          </a:p>
          <a:p>
            <a:pPr algn="ctr"/>
            <a:r>
              <a:rPr sz="2000" dirty="0"/>
              <a:t>• Built insights for business growth and decision-making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14" y="0"/>
            <a:ext cx="1224642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2000"/>
              <a:t>Coffee Shop Sales Analysis Project</a:t>
            </a:r>
          </a:p>
          <a:p>
            <a:pPr algn="ctr"/>
            <a:endParaRPr sz="2000"/>
          </a:p>
          <a:p>
            <a:pPr algn="ctr"/>
            <a:r>
              <a:rPr sz="2000"/>
              <a:t>Created by: Kartik Thakkar</a:t>
            </a:r>
          </a:p>
          <a:p>
            <a:pPr algn="ctr"/>
            <a:r>
              <a:rPr sz="2000"/>
              <a:t>For queries or collaboration, feel free to connect.</a:t>
            </a:r>
          </a:p>
          <a:p>
            <a:pPr algn="ctr"/>
            <a:endParaRPr sz="2000"/>
          </a:p>
          <a:p>
            <a:pPr algn="ctr"/>
            <a:r>
              <a:rPr sz="2000"/>
              <a:t>⭐ If you like this project, give it a star on GitHub!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195</Words>
  <Application>Microsoft Office PowerPoint</Application>
  <PresentationFormat>Widescreen</PresentationFormat>
  <Paragraphs>34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Query1. Total Revenue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Overview &amp; Key Insights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23</cp:revision>
  <dcterms:created xsi:type="dcterms:W3CDTF">2026-03-30T11:12:40Z</dcterms:created>
  <dcterms:modified xsi:type="dcterms:W3CDTF">2026-04-04T06:11:38Z</dcterms:modified>
</cp:coreProperties>
</file>